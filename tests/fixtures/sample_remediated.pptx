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financial highlights:</a:t>
            </a:r>
          </a:p>
          <a:p>
            <a:r>
              <a:t>Customer retention maintained at 98%.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Assets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Alignment Slide</a:t>
            </a:r>
          </a:p>
        </p:txBody>
      </p:sp>
      <p:sp>
        <p:nvSpPr>
          <p:cNvPr id="3" name="TargetBox"/>
          <p:cNvSpPr/>
          <p:nvPr/>
        </p:nvSpPr>
        <p:spPr>
          <a:xfrm>
            <a:off x="25146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Static Shape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Check Slide</a:t>
            </a:r>
          </a:p>
        </p:txBody>
      </p:sp>
      <p:sp>
        <p:nvSpPr>
          <p:cNvPr id="3" name="ResizeBox"/>
          <p:cNvSpPr/>
          <p:nvPr/>
        </p:nvSpPr>
        <p:spPr>
          <a:xfrm>
            <a:off x="1828800" y="182880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Dimension Check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 Alignment Slide</a:t>
            </a:r>
          </a:p>
        </p:txBody>
      </p:sp>
      <p:sp>
        <p:nvSpPr>
          <p:cNvPr id="3" name="AlignedTextBox"/>
          <p:cNvSpPr txBox="1"/>
          <p:nvPr/>
        </p:nvSpPr>
        <p:spPr>
          <a:xfrm>
            <a:off x="18288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t>Centered Important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Deck - Remediated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